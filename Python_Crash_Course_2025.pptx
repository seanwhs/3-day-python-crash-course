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CRASH COURSE – SEAN WONG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Module 1  Foundation</a:t>
            </a:r>
          </a:p>
          <a:p>
            <a:r>
              <a:t>Module 2  Intermediate</a:t>
            </a:r>
          </a:p>
          <a:p>
            <a:r>
              <a:t>Module 3  Advanced</a:t>
            </a:r>
          </a:p>
          <a:p>
            <a:r>
              <a:t>Appendix  Tooling &amp; Eco-system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Module 1  FOUNDATION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Readable, indentation-driven syntax</a:t>
            </a:r>
          </a:p>
          <a:p>
            <a:pPr>
              <a:defRPr sz="2000"/>
            </a:pPr>
            <a:r>
              <a:t>Huge standard library (“batteries included”)</a:t>
            </a:r>
          </a:p>
          <a:p>
            <a:pPr>
              <a:defRPr sz="2000"/>
            </a:pPr>
            <a:r>
              <a:t>Cross-platform, open-source, massive community</a:t>
            </a:r>
          </a:p>
          <a:p>
            <a:pPr>
              <a:defRPr sz="2000"/>
            </a:pPr>
            <a:r>
              <a:t>Runs servers, scripts, science, games, IoT, Excel…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Installing &amp; Running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# Official installer (Windows/macOS)</a:t>
            </a:r>
            <a:br/>
            <a:r>
              <a:t>https://www.python.org/downloads/</a:t>
            </a:r>
            <a:br/>
            <a:br/>
            <a:r>
              <a:t># Linux</a:t>
            </a:r>
            <a:br/>
            <a:r>
              <a:t>sudo apt update &amp;&amp; sudo apt install python3 python3-venv</a:t>
            </a:r>
            <a:br/>
            <a:br/>
            <a:r>
              <a:t># Verify</a:t>
            </a:r>
            <a:br/>
            <a:r>
              <a:t>python3 -V              # ≥ 3.9 recommended</a:t>
            </a:r>
            <a:br/>
            <a:r>
              <a:t>python3 -m pip --version</a:t>
            </a:r>
            <a:br/>
            <a:br/>
            <a:r>
              <a:t># REPL quick start</a:t>
            </a:r>
            <a:br/>
            <a:r>
              <a:t>&gt;&gt;&gt; 2 + 2</a:t>
            </a:r>
            <a:br/>
            <a:r>
              <a:t>4</a:t>
            </a:r>
            <a:br/>
            <a:r>
              <a:t>&gt;&gt;&gt; print("Hello", "world", sep=" 🐍 ")</a:t>
            </a:r>
            <a:br/>
            <a:r>
              <a:t>Hello 🐍 world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Variables &amp; Dynamic Typing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# No declarations</a:t>
            </a:r>
            <a:br/>
            <a:r>
              <a:t>age = 25                # int</a:t>
            </a:r>
            <a:br/>
            <a:r>
              <a:t>price = 19.99           # float</a:t>
            </a:r>
            <a:br/>
            <a:r>
              <a:t>name = "Monty"          # str</a:t>
            </a:r>
            <a:br/>
            <a:r>
              <a:t>found = True            # bool</a:t>
            </a:r>
            <a:br/>
            <a:br/>
            <a:r>
              <a:t># Re-assign freely</a:t>
            </a:r>
            <a:br/>
            <a:r>
              <a:t>age = "twenty-five"     # now str</a:t>
            </a:r>
            <a:br/>
            <a:br/>
            <a:r>
              <a:t># id() shows memory address</a:t>
            </a:r>
            <a:br/>
            <a:r>
              <a:t>x = 10</a:t>
            </a:r>
            <a:br/>
            <a:r>
              <a:t>print(id(x))            # 140735…</a:t>
            </a:r>
            <a:br/>
            <a:r>
              <a:t>x = x + 1               # new int object, id changes!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Built-in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int        0  -42  1_000_000</a:t>
            </a:r>
            <a:br/>
            <a:r>
              <a:t>float      0.0  3.14159  6.02e23</a:t>
            </a:r>
            <a:br/>
            <a:r>
              <a:t>complex    3+4j</a:t>
            </a:r>
            <a:br/>
            <a:r>
              <a:t>str        'spam'  "spam"  """multi-line"""</a:t>
            </a:r>
            <a:br/>
            <a:r>
              <a:t>bool       True  False</a:t>
            </a:r>
            <a:br/>
            <a:r>
              <a:t>NoneType   None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Numbers &amp;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7 / 3            # 2.333…  (float)</a:t>
            </a:r>
            <a:br/>
            <a:r>
              <a:t>7 // 3           # 2       (floor int)</a:t>
            </a:r>
            <a:br/>
            <a:r>
              <a:t>7 % 3            # 1       (modulo)</a:t>
            </a:r>
            <a:br/>
            <a:r>
              <a:t>divmod(7, 3)     # (2, 1)</a:t>
            </a:r>
            <a:br/>
            <a:br/>
            <a:r>
              <a:t>2 ** 10          # 1024</a:t>
            </a:r>
            <a:br/>
            <a:r>
              <a:t>pow(2, 10, 100)  # 24  (modular exponentiation)</a:t>
            </a:r>
            <a:br/>
            <a:br/>
            <a:r>
              <a:t>from decimal import Decimal</a:t>
            </a:r>
            <a:br/>
            <a:r>
              <a:t>price = Decimal('19.99')</a:t>
            </a:r>
            <a:br/>
            <a:r>
              <a:t>tax   = price * Decimal('0.07')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Strings – indexing, slicing,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s = "Python"</a:t>
            </a:r>
            <a:br/>
            <a:r>
              <a:t>s[0]            # 'P'</a:t>
            </a:r>
            <a:br/>
            <a:r>
              <a:t>s[-1]           # 'n'</a:t>
            </a:r>
            <a:br/>
            <a:r>
              <a:t>s[1:4]          # 'yth'</a:t>
            </a:r>
            <a:br/>
            <a:r>
              <a:t>s[::-1]         # 'nohtyP'</a:t>
            </a:r>
            <a:br/>
            <a:br/>
            <a:r>
              <a:t>"hello".upper()                 # 'HELLO'</a:t>
            </a:r>
            <a:br/>
            <a:r>
              <a:t>"  spaced  ".strip()            # 'spaced'</a:t>
            </a:r>
            <a:br/>
            <a:r>
              <a:t>"cat,dog,bird".split(",")       # ['cat', 'dog', 'bird']</a:t>
            </a:r>
            <a:br/>
            <a:r>
              <a:t>"-".join(["A", "B", "C"])       # 'A-B-C'</a:t>
            </a:r>
            <a:br/>
            <a:br/>
            <a:r>
              <a:t>name, age = "Ada", 36</a:t>
            </a:r>
            <a:br/>
            <a:r>
              <a:t>f"{name=} is {age=}"            # name='Ada' is age=36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Booleans &amp; Truthiness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# Explicit</a:t>
            </a:r>
            <a:br/>
            <a:r>
              <a:t>is_valid = True</a:t>
            </a:r>
            <a:br/>
            <a:br/>
            <a:r>
              <a:t># Implicit (falsy values)</a:t>
            </a:r>
            <a:br/>
            <a:r>
              <a:t>0  0.0  ""  []  {}  None  set()</a:t>
            </a:r>
            <a:br/>
            <a:br/>
            <a:r>
              <a:t># Quick filter</a:t>
            </a:r>
            <a:br/>
            <a:r>
              <a:t>users = ["", "Ada", "", "Linus"]</a:t>
            </a:r>
            <a:br/>
            <a:r>
              <a:t>real_users = [u for u in users if u]   # ['Ada', 'Linus']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 Casting &amp;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to_int(text, default=None):</a:t>
            </a:r>
            <a:br/>
            <a:r>
              <a:t>    try:</a:t>
            </a:r>
            <a:br/>
            <a:r>
              <a:t>        return int(text)</a:t>
            </a:r>
            <a:br/>
            <a:r>
              <a:t>    except ValueError:</a:t>
            </a:r>
            <a:br/>
            <a:r>
              <a:t>        return default</a:t>
            </a:r>
            <a:br/>
            <a:br/>
            <a:r>
              <a:t>birth = input("Birth year: ")</a:t>
            </a:r>
            <a:br/>
            <a:r>
              <a:t>age = 2025 - int(birth)</a:t>
            </a:r>
            <a:br/>
            <a:r>
              <a:t>print(f"You turn {age} this year")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Flow – if / elif / 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income = 58_000; credit = 720; debt_ratio = 0.28</a:t>
            </a:r>
            <a:br/>
            <a:br/>
            <a:r>
              <a:t>if income &gt; 50_000 and credit &gt; 700 and debt_ratio &lt; 0.3:</a:t>
            </a:r>
            <a:br/>
            <a:r>
              <a:t>    print("✅ Approved")</a:t>
            </a:r>
            <a:br/>
            <a:r>
              <a:t>else:</a:t>
            </a:r>
            <a:br/>
            <a:r>
              <a:t>    print("❌ Rejected")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Ternary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status = "Approved" if score &gt; 700 else "Denied"</a:t>
            </a:r>
            <a:br/>
            <a:r>
              <a:t>tier = "High" if income &gt; 100_000 else "Mid" if income &gt; 50_000 else "Low"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Loops – for &amp; while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for i in range(5):          # 0 1 2 3 4</a:t>
            </a:r>
            <a:br/>
            <a:r>
              <a:t>    print(i, end=" ")</a:t>
            </a:r>
            <a:br/>
            <a:br/>
            <a:r>
              <a:t>colors = ["red", "green", "blue"]</a:t>
            </a:r>
            <a:br/>
            <a:r>
              <a:t>for idx, color in enumerate(colors, start=1):</a:t>
            </a:r>
            <a:br/>
            <a:r>
              <a:t>    print(f"{idx}. {color}")</a:t>
            </a:r>
            <a:br/>
            <a:br/>
            <a:r>
              <a:t>n = 5</a:t>
            </a:r>
            <a:br/>
            <a:r>
              <a:t>while n &gt; 0:</a:t>
            </a:r>
            <a:br/>
            <a:r>
              <a:t>    print(n); n -= 1</a:t>
            </a:r>
            <a:br/>
            <a:r>
              <a:t>else:</a:t>
            </a:r>
            <a:br/>
            <a:r>
              <a:t>    print("Blast off!")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Break, Continue, 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nums = [10, 15, 18, 19, 20]</a:t>
            </a:r>
            <a:br/>
            <a:r>
              <a:t>for n in nums:</a:t>
            </a:r>
            <a:br/>
            <a:r>
              <a:t>    if n % 2 == 0:</a:t>
            </a:r>
            <a:br/>
            <a:r>
              <a:t>        continue</a:t>
            </a:r>
            <a:br/>
            <a:r>
              <a:t>    for i in range(3, int(n**0.5)+1, 2):</a:t>
            </a:r>
            <a:br/>
            <a:r>
              <a:t>        if n % i == 0:</a:t>
            </a:r>
            <a:br/>
            <a:r>
              <a:t>            break</a:t>
            </a:r>
            <a:br/>
            <a:r>
              <a:t>    else:                       # no break → prime</a:t>
            </a:r>
            <a:br/>
            <a:r>
              <a:t>        print("Prime:", n)</a:t>
            </a:r>
            <a:br/>
            <a:r>
              <a:t>        break</a:t>
            </a:r>
            <a:br/>
            <a:r>
              <a:t>else:</a:t>
            </a:r>
            <a:br/>
            <a:r>
              <a:t>    print("No prime found")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Functions – the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greet(name="stranger"):</a:t>
            </a:r>
            <a:br/>
            <a:r>
              <a:t>    """Return a greeting."""</a:t>
            </a:r>
            <a:br/>
            <a:r>
              <a:t>    return f"Hello, {name}!"</a:t>
            </a:r>
            <a:br/>
            <a:br/>
            <a:r>
              <a:t>print(greet())          # Hello, stranger!</a:t>
            </a:r>
            <a:br/>
            <a:r>
              <a:t>print(greet("Ada"))     # Hello, Ada!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Multiple Returns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divide(a, b):</a:t>
            </a:r>
            <a:br/>
            <a:r>
              <a:t>    return a // b, a % b</a:t>
            </a:r>
            <a:br/>
            <a:br/>
            <a:r>
              <a:t>q, r = divide(20, 3)</a:t>
            </a:r>
            <a:br/>
            <a:r>
              <a:t>print(q, r)             # 6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*args  **kwargs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log(message, *args, **kwargs):</a:t>
            </a:r>
            <a:br/>
            <a:r>
              <a:t>    print(f"[LOG] {message}")</a:t>
            </a:r>
            <a:br/>
            <a:r>
              <a:t>    if args: print("  Extra positional:", args)</a:t>
            </a:r>
            <a:br/>
            <a:r>
              <a:t>    if kwargs: print("  Extra keyword:", kwargs)</a:t>
            </a:r>
            <a:br/>
            <a:br/>
            <a:r>
              <a:t>log("Start", 1, 2, 3, user="Ada", code=42)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Lambda &amp; Sorted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pairs = [(1, "one"), (2, "two"), (3, "three")]</a:t>
            </a:r>
            <a:br/>
            <a:r>
              <a:t>pairs.sort(key=lambda x: x[1])</a:t>
            </a:r>
            <a:br/>
            <a:r>
              <a:t>print(pairs)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Mini-Project: CLI 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ops = {"+": lambda x,y: x+y,</a:t>
            </a:r>
            <a:br/>
            <a:r>
              <a:t>      "-": lambda x,y: x-y,</a:t>
            </a:r>
            <a:br/>
            <a:r>
              <a:t>      "*": lambda x,y: x*y,</a:t>
            </a:r>
            <a:br/>
            <a:r>
              <a:t>      "/": lambda x,y: x/y}</a:t>
            </a:r>
            <a:br/>
            <a:br/>
            <a:r>
              <a:t>_, a, op, b = sys.argv</a:t>
            </a:r>
            <a:br/>
            <a:r>
              <a:t>print(ops[op](float(a), float(b)))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Module 2  INTERMEDIATE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Object-Oriented Programming –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class Dog:</a:t>
            </a:r>
            <a:br/>
            <a:r>
              <a:t>    species = "Canis familiaris"</a:t>
            </a:r>
            <a:br/>
            <a:r>
              <a:t>    def __init__(self, name, age):</a:t>
            </a:r>
            <a:br/>
            <a:r>
              <a:t>        self.name, self.age = name, age</a:t>
            </a:r>
            <a:br/>
            <a:r>
              <a:t>    def __str__(self):</a:t>
            </a:r>
            <a:br/>
            <a:r>
              <a:t>        return f"{self.name} is {self.age}"</a:t>
            </a:r>
            <a:br/>
            <a:r>
              <a:t>    def speak(self, sound="Woof!"):</a:t>
            </a:r>
            <a:br/>
            <a:r>
              <a:t>        return f"{self.name} says {sound}"</a:t>
            </a:r>
            <a:br/>
            <a:br/>
            <a:r>
              <a:t>d = Dog("Buddy", 4)</a:t>
            </a:r>
            <a:br/>
            <a:r>
              <a:t>print(d)                    # Buddy is 4</a:t>
            </a:r>
            <a:br/>
            <a:r>
              <a:t>print(d.speak("Ruff"))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Encapsulation &amp; Private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class BankAccount:</a:t>
            </a:r>
            <a:br/>
            <a:r>
              <a:t>    def __init__(self, owner, balance=0):</a:t>
            </a:r>
            <a:br/>
            <a:r>
              <a:t>        self.owner = owner</a:t>
            </a:r>
            <a:br/>
            <a:r>
              <a:t>        self.__balance = balance      # name mangled</a:t>
            </a:r>
            <a:br/>
            <a:r>
              <a:t>    def deposit(self, amount):</a:t>
            </a:r>
            <a:br/>
            <a:r>
              <a:t>        self.__balance += amount</a:t>
            </a:r>
            <a:br/>
            <a:r>
              <a:t>    @property</a:t>
            </a:r>
            <a:br/>
            <a:r>
              <a:t>    def balance(self):</a:t>
            </a:r>
            <a:br/>
            <a:r>
              <a:t>        return self.__balance</a:t>
            </a:r>
            <a:br/>
            <a:br/>
            <a:r>
              <a:t>acct = BankAccount("Ada")</a:t>
            </a:r>
            <a:br/>
            <a:r>
              <a:t>acct.deposit(100)</a:t>
            </a:r>
            <a:br/>
            <a:r>
              <a:t>print(acct.balance)         #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Inheritance &amp; Polymorphism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class Animal:</a:t>
            </a:r>
            <a:br/>
            <a:r>
              <a:t>    def speak(self): raise NotImplementedError</a:t>
            </a:r>
            <a:br/>
            <a:r>
              <a:t>class Cat(Animal):</a:t>
            </a:r>
            <a:br/>
            <a:r>
              <a:t>    def speak(self): return "Meow"</a:t>
            </a:r>
            <a:br/>
            <a:r>
              <a:t>class Cow(Animal):</a:t>
            </a:r>
            <a:br/>
            <a:r>
              <a:t>    def speak(self): return "Moo"</a:t>
            </a:r>
            <a:br/>
            <a:br/>
            <a:r>
              <a:t>for creature in [Cat(), Cow()]:</a:t>
            </a:r>
            <a:br/>
            <a:r>
              <a:t>    print(creature.speak())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super() &amp; Cooperative Multiple 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class Person:</a:t>
            </a:r>
            <a:br/>
            <a:r>
              <a:t>    def __init__(self, name): self.name = name</a:t>
            </a:r>
            <a:br/>
            <a:r>
              <a:t>class Employee(Person):</a:t>
            </a:r>
            <a:br/>
            <a:r>
              <a:t>    def __init__(self, name, salary):</a:t>
            </a:r>
            <a:br/>
            <a:r>
              <a:t>        super().__init__(name); self.salary = salary</a:t>
            </a:r>
            <a:br/>
            <a:r>
              <a:t>class Manager(Employee):</a:t>
            </a:r>
            <a:br/>
            <a:r>
              <a:t>    def __init__(self, name, salary, level):</a:t>
            </a:r>
            <a:br/>
            <a:r>
              <a:t>        super().__init__(name, salary); self.level = level</a:t>
            </a:r>
            <a:br/>
            <a:br/>
            <a:r>
              <a:t>m = Manager("Grace", 120_000, "L3")</a:t>
            </a:r>
            <a:br/>
            <a:r>
              <a:t>print(m.name, m.salary, m.level)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Dunder (Magic)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class Vector:</a:t>
            </a:r>
            <a:br/>
            <a:r>
              <a:t>    def __init__(self, x, y): self.x, self.y = x, y</a:t>
            </a:r>
            <a:br/>
            <a:r>
              <a:t>    def __add__(self, other):</a:t>
            </a:r>
            <a:br/>
            <a:r>
              <a:t>        return Vector(self.x + other.x, self.y + other.y)</a:t>
            </a:r>
            <a:br/>
            <a:r>
              <a:t>    def __mul__(self, scalar):</a:t>
            </a:r>
            <a:br/>
            <a:r>
              <a:t>        return Vector(self.x * scalar, self.y * scalar)</a:t>
            </a:r>
            <a:br/>
            <a:r>
              <a:t>    def __repr__(self): return f"Vector({self.x}, {self.y})"</a:t>
            </a:r>
            <a:br/>
            <a:br/>
            <a:r>
              <a:t>v1, v2 = Vector(2, 3), Vector(1, 4)</a:t>
            </a:r>
            <a:br/>
            <a:r>
              <a:t>print(v1 + v2)              # Vector(3, 7)</a:t>
            </a:r>
            <a:br/>
            <a:r>
              <a:t>print(v1 * 3)               # Vector(6, 9)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Modules – Creating &amp; Importing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# tree</a:t>
            </a:r>
            <a:br/>
            <a:r>
              <a:t>project/</a:t>
            </a:r>
            <a:br/>
            <a:r>
              <a:t>  ├── geometry/</a:t>
            </a:r>
            <a:br/>
            <a:r>
              <a:t>  │   ├── __init__.py</a:t>
            </a:r>
            <a:br/>
            <a:r>
              <a:t>  │   └── shapes.py</a:t>
            </a:r>
            <a:br/>
            <a:r>
              <a:t>  └── app.py</a:t>
            </a:r>
            <a:br/>
            <a:br/>
            <a:r>
              <a:t># shapes.py</a:t>
            </a:r>
            <a:br/>
            <a:r>
              <a:t>def area_circle(r): from math import pi; return pi * r ** 2</a:t>
            </a:r>
            <a:br/>
            <a:br/>
            <a:r>
              <a:t># __init__.py</a:t>
            </a:r>
            <a:br/>
            <a:r>
              <a:t>from .shapes import area_circle</a:t>
            </a:r>
            <a:br/>
            <a:r>
              <a:t>__all__ = ["area_circle"]</a:t>
            </a:r>
            <a:br/>
            <a:br/>
            <a:r>
              <a:t># app.py</a:t>
            </a:r>
            <a:br/>
            <a:r>
              <a:t>from geometry import area_circle</a:t>
            </a:r>
            <a:br/>
            <a:r>
              <a:t>print(area_circle(5))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 Patterns &amp; 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datetime as dt</a:t>
            </a:r>
            <a:br/>
            <a:r>
              <a:t>from pathlib import Path</a:t>
            </a:r>
            <a:br/>
            <a:r>
              <a:t>from collections import defaultdict, Counter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I/O – Text &amp;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with open("haiku.txt", "w") as f:</a:t>
            </a:r>
            <a:br/>
            <a:r>
              <a:t>    f.write("Ancient silent pond\n…")</a:t>
            </a:r>
            <a:br/>
            <a:br/>
            <a:r>
              <a:t>with open("haiku.txt") as f:</a:t>
            </a:r>
            <a:br/>
            <a:r>
              <a:t>    for i, line in enumerate(f, 1):</a:t>
            </a:r>
            <a:br/>
            <a:r>
              <a:t>        print(f"{i}: {line.rstrip()}")</a:t>
            </a:r>
            <a:br/>
            <a:br/>
            <a:r>
              <a:t>import csv</a:t>
            </a:r>
            <a:br/>
            <a:r>
              <a:t>rows = [{"name": "Ada", "age": 36}, {"name": "Linus", "age": 52}]</a:t>
            </a:r>
            <a:br/>
            <a:r>
              <a:t>with open("users.csv", "w", newline="") as f:</a:t>
            </a:r>
            <a:br/>
            <a:r>
              <a:t>    writer = csv.DictWriter(f, fieldnames=["name", "age"])</a:t>
            </a:r>
            <a:br/>
            <a:r>
              <a:t>    writer.writeheader(); writer.writerows(rows)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pathlib vs os.path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from pathlib import Path</a:t>
            </a:r>
            <a:br/>
            <a:r>
              <a:t>root = Path("docs") / "letters"</a:t>
            </a:r>
            <a:br/>
            <a:r>
              <a:t>for file in root.glob("*.txt"):</a:t>
            </a:r>
            <a:br/>
            <a:r>
              <a:t>    print(file.stem)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JSON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json</a:t>
            </a:r>
            <a:br/>
            <a:r>
              <a:t>data = {"name": "Ada", "skills": ["Python", "Math"]}</a:t>
            </a:r>
            <a:br/>
            <a:r>
              <a:t>with open("ada.json", "w") as f:</a:t>
            </a:r>
            <a:br/>
            <a:r>
              <a:t>    json.dump(data, f, indent=2)</a:t>
            </a:r>
            <a:br/>
            <a:br/>
            <a:r>
              <a:t>clone = json.load(open("ada.json"))</a:t>
            </a:r>
            <a:br/>
            <a:r>
              <a:t>print(clone == data)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Mini-Project: Contact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json, pathlib, sys</a:t>
            </a:r>
            <a:br/>
            <a:r>
              <a:t>FILE = pathlib.Path("contacts.json")</a:t>
            </a:r>
            <a:br/>
            <a:r>
              <a:t>def load(): return json.loads(FILE.read_text()) if FILE.exists() else {}</a:t>
            </a:r>
            <a:br/>
            <a:r>
              <a:t>def save(data): FILE.write_text(json.dumps(data, indent=2))</a:t>
            </a:r>
            <a:br/>
            <a:r>
              <a:t>def add(name, phone):</a:t>
            </a:r>
            <a:br/>
            <a:r>
              <a:t>    book = load(); book[name] = phone; save(book); print(f"Added {name}")</a:t>
            </a:r>
            <a:br/>
            <a:r>
              <a:t>if sys.argv[1:2] == ["add"]: add(sys.argv[2], sys.argv[3])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Module 3  ADVANCED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Decorators – Function Wrappers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debug(func):</a:t>
            </a:r>
            <a:br/>
            <a:r>
              <a:t>    import functools</a:t>
            </a:r>
            <a:br/>
            <a:r>
              <a:t>    @functools.wraps(func)</a:t>
            </a:r>
            <a:br/>
            <a:r>
              <a:t>    def wrapper(*args, **kwargs):</a:t>
            </a:r>
            <a:br/>
            <a:r>
              <a:t>        print(f"Calling {func.__name__}{args}")</a:t>
            </a:r>
            <a:br/>
            <a:r>
              <a:t>        value = func(*args, **kwargs)</a:t>
            </a:r>
            <a:br/>
            <a:r>
              <a:t>        print(f"{func.__name__} returned {value}")</a:t>
            </a:r>
            <a:br/>
            <a:r>
              <a:t>        return value</a:t>
            </a:r>
            <a:br/>
            <a:r>
              <a:t>    return wrapper</a:t>
            </a:r>
            <a:br/>
            <a:br/>
            <a:r>
              <a:t>@debug</a:t>
            </a:r>
            <a:br/>
            <a:r>
              <a:t>def gcd(a, b):</a:t>
            </a:r>
            <a:br/>
            <a:r>
              <a:t>    while b: a, b = b, a % b</a:t>
            </a:r>
            <a:br/>
            <a:r>
              <a:t>    return a</a:t>
            </a:r>
            <a:br/>
            <a:br/>
            <a:r>
              <a:t>gcd(42, 56)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Decorators with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repeat(times):</a:t>
            </a:r>
            <a:br/>
            <a:r>
              <a:t>    def decorator(func):</a:t>
            </a:r>
            <a:br/>
            <a:r>
              <a:t>        import functools</a:t>
            </a:r>
            <a:br/>
            <a:r>
              <a:t>        @functools.wraps(func)</a:t>
            </a:r>
            <a:br/>
            <a:r>
              <a:t>        def wrapper(*args, **kwargs):</a:t>
            </a:r>
            <a:br/>
            <a:r>
              <a:t>            for _ in range(times): value = func(*args, **kwargs)</a:t>
            </a:r>
            <a:br/>
            <a:r>
              <a:t>            return value</a:t>
            </a:r>
            <a:br/>
            <a:r>
              <a:t>        return wrapper</a:t>
            </a:r>
            <a:br/>
            <a:r>
              <a:t>    return decorator</a:t>
            </a:r>
            <a:br/>
            <a:br/>
            <a:r>
              <a:t>@repeat(3)</a:t>
            </a:r>
            <a:br/>
            <a:r>
              <a:t>def greet(): print("Hi!")</a:t>
            </a:r>
            <a:br/>
            <a:r>
              <a:t>greet()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&amp; Caching Decorators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time, functools</a:t>
            </a:r>
            <a:br/>
            <a:br/>
            <a:r>
              <a:t>def timed(func):</a:t>
            </a:r>
            <a:br/>
            <a:r>
              <a:t>    @functools.wraps(func)</a:t>
            </a:r>
            <a:br/>
            <a:r>
              <a:t>    def wrapper(*args, **kwargs):</a:t>
            </a:r>
            <a:br/>
            <a:r>
              <a:t>        t0 = time.perf_counter()</a:t>
            </a:r>
            <a:br/>
            <a:r>
              <a:t>        value = func(*args, **kwargs)</a:t>
            </a:r>
            <a:br/>
            <a:r>
              <a:t>        print(f"{func.__name__} took {(time.perf_counter()-t0)*1000:.2f} ms")</a:t>
            </a:r>
            <a:br/>
            <a:r>
              <a:t>        return value</a:t>
            </a:r>
            <a:br/>
            <a:r>
              <a:t>    return wrapper</a:t>
            </a:r>
            <a:br/>
            <a:br/>
            <a:r>
              <a:t>@functools.lru_cache(maxsize=None)</a:t>
            </a:r>
            <a:br/>
            <a:r>
              <a:t>def fib(n): return n if n &lt; 2 else fib(n-1) + fib(n-2)</a:t>
            </a:r>
            <a:br/>
            <a:br/>
            <a:r>
              <a:t>timed(fib)(35)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Generators – Lazy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evens(limit):</a:t>
            </a:r>
            <a:br/>
            <a:r>
              <a:t>    value = 0</a:t>
            </a:r>
            <a:br/>
            <a:r>
              <a:t>    while value &lt;= limit:</a:t>
            </a:r>
            <a:br/>
            <a:r>
              <a:t>        yield value; value += 2</a:t>
            </a:r>
            <a:br/>
            <a:br/>
            <a:r>
              <a:t>for n in evens(10): print(n, end=" ")   # 0 2 4 6 8 10</a:t>
            </a:r>
            <a:br/>
            <a:br/>
            <a:r>
              <a:t>squares = (x*x for x in range(10**6))   # ~200 B</a:t>
            </a:r>
            <a:br/>
            <a:r>
              <a:t>import sys, os</a:t>
            </a:r>
            <a:br/>
            <a:r>
              <a:t>print(sys.getsizeof(squares), "bytes")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Giant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parse_access_log(path):</a:t>
            </a:r>
            <a:br/>
            <a:r>
              <a:t>    with open(path) as f:</a:t>
            </a:r>
            <a:br/>
            <a:r>
              <a:t>        for line in f:</a:t>
            </a:r>
            <a:br/>
            <a:r>
              <a:t>            ip, _, _, dt, meth, url, st, sz = line.split()[:8]</a:t>
            </a:r>
            <a:br/>
            <a:r>
              <a:t>            yield {"ip": ip, "datetime": dt[1:],</a:t>
            </a:r>
            <a:br/>
            <a:r>
              <a:t>                   "method": meth[1:-1], "url": url,</a:t>
            </a:r>
            <a:br/>
            <a:r>
              <a:t>                   "status": int(st), "size": int(sz)}</a:t>
            </a:r>
            <a:br/>
            <a:br/>
            <a:r>
              <a:t>for entry in parse_access_log("access.log"):</a:t>
            </a:r>
            <a:br/>
            <a:r>
              <a:t>    if entry["status"] == 404:</a:t>
            </a:r>
            <a:br/>
            <a:r>
              <a:t>        print(entry["url"])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Concurrency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• threading        – concurrent, shared memory, I/O bound</a:t>
            </a:r>
            <a:br/>
            <a:r>
              <a:t>• multiprocessing – parallel, separate memory, CPU bound</a:t>
            </a:r>
            <a:br/>
            <a:r>
              <a:t>• asyncio         – single-threaded cooperative, I/O bound, no GIL issues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threading – Download Many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threading, requests, time</a:t>
            </a:r>
            <a:br/>
            <a:r>
              <a:t>urls = [f"https://picsum.photos/400/300?random={i}" for i in range(20)]</a:t>
            </a:r>
            <a:br/>
            <a:r>
              <a:t>def download(url):</a:t>
            </a:r>
            <a:br/>
            <a:r>
              <a:t>    resp = requests.get(url, timeout=10)</a:t>
            </a:r>
            <a:br/>
            <a:r>
              <a:t>    filename = url.split("?")[-1] + ".jpg"</a:t>
            </a:r>
            <a:br/>
            <a:r>
              <a:t>    open(filename, "wb").write(resp.content)</a:t>
            </a:r>
            <a:br/>
            <a:r>
              <a:t>    print("done", filename)</a:t>
            </a:r>
            <a:br/>
            <a:r>
              <a:t>t0 = time.time()</a:t>
            </a:r>
            <a:br/>
            <a:r>
              <a:t>threads = [threading.Thread(target=download, args=(u,)) for u in urls]</a:t>
            </a:r>
            <a:br/>
            <a:r>
              <a:t>for t in threads: t.start()</a:t>
            </a:r>
            <a:br/>
            <a:r>
              <a:t>for t in threads: t.join()</a:t>
            </a:r>
            <a:br/>
            <a:r>
              <a:t>print("Total:", time.time() - t0, "s")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multiprocessing – CPU-bound Pi Monte-Carlo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multiprocessing as mp, random</a:t>
            </a:r>
            <a:br/>
            <a:r>
              <a:t>def sample_pi(n):</a:t>
            </a:r>
            <a:br/>
            <a:r>
              <a:t>    inside = 0</a:t>
            </a:r>
            <a:br/>
            <a:r>
              <a:t>    for _ in range(n):</a:t>
            </a:r>
            <a:br/>
            <a:r>
              <a:t>        x, y = random.random(), random.random()</a:t>
            </a:r>
            <a:br/>
            <a:r>
              <a:t>        if x*x + y*y &lt;= 1: inside += 1</a:t>
            </a:r>
            <a:br/>
            <a:r>
              <a:t>    return inside</a:t>
            </a:r>
            <a:br/>
            <a:r>
              <a:t>cores = mp.cpu_count()</a:t>
            </a:r>
            <a:br/>
            <a:r>
              <a:t>total = 1_000_000</a:t>
            </a:r>
            <a:br/>
            <a:r>
              <a:t>counts = mp.Pool(cores).map(sample_pi, [total//cores]*cores)</a:t>
            </a:r>
            <a:br/>
            <a:r>
              <a:t>print("π ≈", 4 * sum(counts) / total)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asyncio – Concurrent HTTP with aiohttp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import aiohttp, asyncio, time</a:t>
            </a:r>
            <a:br/>
            <a:r>
              <a:t>async def fetch(s, url):</a:t>
            </a:r>
            <a:br/>
            <a:r>
              <a:t>    async with s.get(url) as r: return await r.text()</a:t>
            </a:r>
            <a:br/>
            <a:r>
              <a:t>async def fetch_all(urls):</a:t>
            </a:r>
            <a:br/>
            <a:r>
              <a:t>    async with aiohttp.ClientSession() as s:</a:t>
            </a:r>
            <a:br/>
            <a:r>
              <a:t>        return await asyncio.gather(*[fetch(s, u) for u in urls])</a:t>
            </a:r>
            <a:br/>
            <a:r>
              <a:t>urls = ["https://httpbin.org/delay/1"] * 50</a:t>
            </a:r>
            <a:br/>
            <a:r>
              <a:t>t0 = time.time()</a:t>
            </a:r>
            <a:br/>
            <a:r>
              <a:t>pages = asyncio.run(fetch_all(urls))</a:t>
            </a:r>
            <a:br/>
            <a:r>
              <a:t>print("Fetched", len(pages), "pages in", time.time()-t0, "s")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Mixing sync ↔ async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def blocking_func():</a:t>
            </a:r>
            <a:br/>
            <a:r>
              <a:t>    time.sleep(1)</a:t>
            </a:r>
            <a:br/>
            <a:r>
              <a:t>    return 42</a:t>
            </a:r>
            <a:br/>
            <a:r>
              <a:t>async def main():</a:t>
            </a:r>
            <a:br/>
            <a:r>
              <a:t>    loop = asyncio.get_running_loop()</a:t>
            </a:r>
            <a:br/>
            <a:r>
              <a:t>    result = await loop.run_in_executor(None, blocking_func)</a:t>
            </a:r>
            <a:br/>
            <a:r>
              <a:t>    print(result)</a:t>
            </a:r>
            <a:br/>
            <a:r>
              <a:t>asyncio.run(main())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Virtual Environments &amp; Packaging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python -m venv .venv</a:t>
            </a:r>
            <a:br/>
            <a:r>
              <a:t>source .venv/bin/activate        # Windows: .venv\Scripts\activate</a:t>
            </a:r>
            <a:br/>
            <a:r>
              <a:t>python -m pip install -U pip setuptools wheel</a:t>
            </a:r>
            <a:br/>
            <a:r>
              <a:t>pip install -e .                 # looks for pyproject.toml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pyproject.toml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[build-system]</a:t>
            </a:r>
            <a:br/>
            <a:r>
              <a:t>requires = ["setuptools&gt;=64", "wheel"]</a:t>
            </a:r>
            <a:br/>
            <a:r>
              <a:t>build-backend = "setuptools.build_meta"</a:t>
            </a:r>
            <a:br/>
            <a:br/>
            <a:r>
              <a:t>[project]</a:t>
            </a:r>
            <a:br/>
            <a:r>
              <a:t>name = "myutils"</a:t>
            </a:r>
            <a:br/>
            <a:r>
              <a:t>version = "0.1.0"</a:t>
            </a:r>
            <a:br/>
            <a:r>
              <a:t>dependencies = ["requests&gt;=2.28"]</a:t>
            </a:r>
            <a:br/>
            <a:br/>
            <a:r>
              <a:t>[project.optional-dependencies]</a:t>
            </a:r>
            <a:br/>
            <a:r>
              <a:t>dev = ["pytest", "black", "mypy"]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Linting &amp;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pip install black flake8 mypy</a:t>
            </a:r>
            <a:br/>
            <a:r>
              <a:t>black src/ tests/</a:t>
            </a:r>
            <a:br/>
            <a:r>
              <a:t>flake8 src/</a:t>
            </a:r>
            <a:br/>
            <a:r>
              <a:t>mypy src/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with pytest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# test_math_utils.py</a:t>
            </a:r>
            <a:br/>
            <a:r>
              <a:t>import pytest</a:t>
            </a:r>
            <a:br/>
            <a:r>
              <a:t>from myutils.math import clamp</a:t>
            </a:r>
            <a:br/>
            <a:r>
              <a:t>@pytest.mark.parametrize("x,lo,hi,e", [(5,0,10,5), (-5,0,10,0), (15,0,10,10)])</a:t>
            </a:r>
            <a:br/>
            <a:r>
              <a:t>def test_clamp(x, lo, hi, e): assert clamp(x, lo, hi) == e</a:t>
            </a:r>
            <a:br/>
            <a:r>
              <a:t># run</a:t>
            </a:r>
            <a:br/>
            <a:r>
              <a:t>pytest -q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 Hints – Gradual Typing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from typing import List, Dict, Optional</a:t>
            </a:r>
            <a:br/>
            <a:r>
              <a:t>def freq(words: List[str]) -&gt; Dict[str, int]:</a:t>
            </a:r>
            <a:br/>
            <a:r>
              <a:t>    counts: Dict[str, int] = {}</a:t>
            </a:r>
            <a:br/>
            <a:r>
              <a:t>    for w in words: counts[w] = counts.get(w, 0) + 1</a:t>
            </a:r>
            <a:br/>
            <a:r>
              <a:t>    return counts</a:t>
            </a:r>
            <a:br/>
            <a:r>
              <a:t>def find(uid: int) -&gt; Optional[str]: ...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Rich REPL with ipython + jupyter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pip install ipython jupyterlab</a:t>
            </a:r>
            <a:br/>
            <a:r>
              <a:t>ipython                           # tab-completion, ? help, %magic</a:t>
            </a:r>
            <a:br/>
            <a:r>
              <a:t>jupyter lab                       # browser notebooks</a:t>
            </a:r>
            <a:br/>
            <a:r>
              <a:t># inside notebook</a:t>
            </a:r>
            <a:br/>
            <a:r>
              <a:t>%matplotlib inline</a:t>
            </a:r>
            <a:br/>
            <a:r>
              <a:t>import matplotlib.pyplot as plt</a:t>
            </a:r>
            <a:br/>
            <a:r>
              <a:t>plt.plot([1,2,3], [4,5,6])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Capstone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• Build a REST micro-service with FastAPI</a:t>
            </a:r>
            <a:br/>
            <a:r>
              <a:t>• Scrape + analyze live data with asyncio &amp; pandas</a:t>
            </a:r>
            <a:br/>
            <a:r>
              <a:t>• Automate your own boring tasks (rename photos, merge Excel)</a:t>
            </a:r>
            <a:br/>
            <a:r>
              <a:t>• Deploy a serverless function on AWS Lambda</a:t>
            </a:r>
            <a:br/>
            <a:r>
              <a:t>• Create a GUI desktop app with textual or PySide6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 Climbing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500">
                <a:latin typeface="Courier New"/>
              </a:defRPr>
            </a:pPr>
            <a:r>
              <a:t>Resources</a:t>
            </a:r>
            <a:br/>
            <a:r>
              <a:t>• docs.python.org/3/tutorial/</a:t>
            </a:r>
            <a:br/>
            <a:r>
              <a:t>• realpython.com</a:t>
            </a:r>
            <a:br/>
            <a:r>
              <a:t>• pypi.org – 450 k+ packages</a:t>
            </a:r>
            <a:br/>
            <a:r>
              <a:t>• github.com/python/cpython – read the source!</a:t>
            </a:r>
            <a:br/>
            <a:r>
              <a:t>• mastodon, /r/python, discord.gg/python</a:t>
            </a:r>
            <a:br/>
            <a:br/>
            <a:r>
              <a:t>Remember:</a:t>
            </a:r>
            <a:br/>
            <a:r>
              <a:t>Read code → Run code → Break code → Fix code → Repeat.</a:t>
            </a:r>
            <a:br/>
            <a:r>
              <a:t>Happy Pythoning! 🐍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Appendix  Tooling &amp; Eco-system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